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75"/>
  </p:normalViewPr>
  <p:slideViewPr>
    <p:cSldViewPr snapToGrid="0">
      <p:cViewPr varScale="1">
        <p:scale>
          <a:sx n="71" d="100"/>
          <a:sy n="71" d="100"/>
        </p:scale>
        <p:origin x="18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2534F-384A-8642-B357-A6285E3934F9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25D9F-A006-A94D-92E2-F6138176B8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34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Implementation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25D9F-A006-A94D-92E2-F6138176B87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27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CD5D0-E962-A6B2-C1F9-647D39056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A9C6FD-7EC2-0745-C2E8-0ABFE577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DE1F1F-04A4-51FE-7258-911051B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CC136E-97C0-62E2-3029-CC817C73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568E7-BFBB-017D-2B46-B6103D8E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30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5C2D6-DA7D-B05A-F5A3-0BE81075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1E3C96-62D8-D88E-ADB1-C7B140519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CD6BED-9529-7611-DCFC-E2971410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3EFBA3-4C78-5D52-194A-FE07CE8E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7E9A2-4408-A607-4F0A-850617BF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43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3FB5A-D01A-BF5F-387B-08367835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0446D6-BE93-BBCE-0A7D-597BE130C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6E0DC7-F3A2-AB68-51A8-5C0341DB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4DD3AD-FB3E-3C4D-9621-A05915BF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047615-708A-36E3-586A-43943E7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90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5B8CD-CB80-4557-B4BA-5E83CB71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077EE6-54D3-886B-5547-93FF15C57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B69F259-B11F-0282-DD6B-B798CC001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D93A82-7647-8A10-8C63-0F2F9A7A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EDBE9F-74A6-A395-BC3A-93B6FD02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C0013F-84A5-970A-08F4-E200A8F1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472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84A46-90CA-13C1-9886-B02BF72E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7A7F71-261A-E46E-76D3-8EEE80C0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F3D6AC-B6D9-3783-AFAB-26509DF53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65235B-8C0A-CFAE-5068-2DA8CF8F9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23B075-B937-EC02-0D7E-815E0666C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580A69F-EB5F-B58D-3EEC-05CCC4E1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9B731D2-8ABC-EB85-A366-460D012F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39FE6C-3B67-9964-67E5-AE972325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08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23687-5DB2-A9D2-2861-0D5A19E2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18A4A8-A80B-C482-062E-C19F83AD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0AF524-B222-6364-27F4-C7BA4A75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05E283-8A53-13B9-1213-C894CC2E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45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9C38D6-0097-AEE2-9619-60BA24E9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C08CED-DA21-C9FC-ADF6-53EAB83E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155F07-77AC-9697-76CA-3D632535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077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94BCB-5BB4-7BC4-7DA3-1B892447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6AE29-E9BE-B6FA-135B-CC83ED35A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E7EB9-8455-C52F-5180-3E513028D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BE7DEB-21CA-C61B-9891-C8C8F9822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3B7334-AA65-8D38-45BF-4833A567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40576D-8AEC-64DB-F846-07F4AFBD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45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B04BB-1A6D-C12B-9BE4-6EA3E3BE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EB65EA1-22BC-DFAA-1F34-3DFA5CB80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31916A-8972-CEC0-264C-2D94B2439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02C152-2F6F-624A-F24B-CBBC6F97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851F2A-961C-0E62-E2D9-B06A0F41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E37C57-2298-D355-C486-9453A42D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17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D25F4-376D-134F-86B4-1D343D27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8BE28E-D761-ACCD-010D-2C65AF94D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D2A215-1F62-1C0E-3D44-4FAB65D9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37CF37-0B38-9B42-82C9-A292B71C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CA782C-9106-29FC-B065-820D8449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1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D5BB5D-44D6-47F4-4D9F-150733C66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CDA3E0-7968-0D40-955A-DF1DDE65E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FEC5F-8C67-4F9A-CC4F-3D5D52AA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5CE5C0-B02B-2DDA-1245-8ACF5F21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7A227D-9E4F-D827-E05E-734B3872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87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09ACF2-BA30-9BB6-E8B3-EEDFF7A7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B53283-A5A2-3456-97EA-E2724E92F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CC293-F5F3-913F-D61A-83A8774C5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E81D9-CCDF-5E4D-B1F0-10EB1A649C00}" type="datetimeFigureOut">
              <a:rPr lang="de-DE" smtClean="0"/>
              <a:t>23.11.25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133E75-93F1-D5B2-F60A-B6DE5D1A1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10115B-B9F3-046A-BEE6-9788454BD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B98F0-0E37-994D-8DDC-463CCF970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61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91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38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765B85E-BBFF-F778-7E69-8C1184D7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782" y="777007"/>
            <a:ext cx="8906435" cy="53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3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15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Breitbild</PresentationFormat>
  <Paragraphs>2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 Hegwein</dc:creator>
  <cp:lastModifiedBy>Timur Hegwein</cp:lastModifiedBy>
  <cp:revision>2</cp:revision>
  <dcterms:created xsi:type="dcterms:W3CDTF">2025-11-23T03:14:17Z</dcterms:created>
  <dcterms:modified xsi:type="dcterms:W3CDTF">2025-11-23T04:33:47Z</dcterms:modified>
</cp:coreProperties>
</file>